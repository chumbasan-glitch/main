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0689336" cy="7562088"/>
  <p:notesSz cx="7562088" cy="10689336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戦国の世から天下統一へ　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分析ワークシート（1／2）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309360" y="201168"/>
            <a:ext cx="4014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6年　　組　　番　名前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001000" y="548640"/>
            <a:ext cx="2322576" cy="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20824" y="713232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E3EAF5"/>
          </a:solidFill>
          <a:ln w="15875">
            <a:solidFill>
              <a:srgbClr val="1F3A6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5144" y="786384"/>
            <a:ext cx="512064" cy="5120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889504" y="71323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68"/>
                </a:solidFill>
              </a:rPr>
              <a:t>織田信長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184648" y="713232"/>
            <a:ext cx="2139696" cy="658368"/>
          </a:xfrm>
          <a:prstGeom prst="roundRect">
            <a:avLst>
              <a:gd name="adj" fmla="val 11111"/>
            </a:avLst>
          </a:prstGeom>
          <a:solidFill>
            <a:srgbClr val="FFF4CC"/>
          </a:solidFill>
          <a:ln w="15875">
            <a:solidFill>
              <a:srgbClr val="D9A4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84648" y="74980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A5A00"/>
                </a:solidFill>
              </a:rPr>
              <a:t>分析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184648" y="1097280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5A00"/>
                </a:solidFill>
              </a:rPr>
              <a:t>同じところ・ちがうところ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79208" y="713232"/>
            <a:ext cx="2944368" cy="658368"/>
          </a:xfrm>
          <a:prstGeom prst="roundRect">
            <a:avLst>
              <a:gd name="adj" fmla="val 11111"/>
            </a:avLst>
          </a:prstGeom>
          <a:solidFill>
            <a:srgbClr val="F8E3E8"/>
          </a:solidFill>
          <a:ln w="15875">
            <a:solidFill>
              <a:srgbClr val="9E1B3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528" y="786384"/>
            <a:ext cx="512064" cy="5120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247888" y="713232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E1B3A"/>
                </a:solidFill>
              </a:rPr>
              <a:t>豊臣秀吉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365760" y="1463040"/>
            <a:ext cx="1600200" cy="1865376"/>
          </a:xfrm>
          <a:prstGeom prst="roundRect">
            <a:avLst>
              <a:gd name="adj" fmla="val 4571"/>
            </a:avLst>
          </a:prstGeom>
          <a:solidFill>
            <a:srgbClr val="E3EDF8"/>
          </a:solidFill>
          <a:ln w="15875">
            <a:solidFill>
              <a:srgbClr val="2F6DB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627632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02336" y="2240280"/>
            <a:ext cx="152704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22222"/>
                </a:solidFill>
              </a:rPr>
              <a:t>①外国人に対しての</a:t>
            </a:r>
            <a:endParaRPr lang="en-US" sz="11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22222"/>
                </a:solidFill>
              </a:rPr>
              <a:t>取り組みや考え</a:t>
            </a:r>
            <a:endParaRPr lang="en-US" sz="11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2F6DB5"/>
                </a:solidFill>
              </a:rPr>
              <a:t>（外交）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2020824" y="1463040"/>
            <a:ext cx="3108960" cy="1865376"/>
          </a:xfrm>
          <a:prstGeom prst="rect">
            <a:avLst/>
          </a:prstGeom>
          <a:solidFill>
            <a:srgbClr val="FFFFFF"/>
          </a:solidFill>
          <a:ln w="15875">
            <a:solidFill>
              <a:srgbClr val="2F6DB5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84648" y="1463040"/>
            <a:ext cx="2139696" cy="1865376"/>
          </a:xfrm>
          <a:prstGeom prst="rect">
            <a:avLst/>
          </a:prstGeom>
          <a:solidFill>
            <a:srgbClr val="FFFBEA"/>
          </a:solidFill>
          <a:ln w="15875">
            <a:solidFill>
              <a:srgbClr val="2F6DB5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379208" y="1463040"/>
            <a:ext cx="2944368" cy="1865376"/>
          </a:xfrm>
          <a:prstGeom prst="rect">
            <a:avLst/>
          </a:prstGeom>
          <a:solidFill>
            <a:srgbClr val="FFFFFF"/>
          </a:solidFill>
          <a:ln w="15875">
            <a:solidFill>
              <a:srgbClr val="2F6DB5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257800" y="1517904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55"/>
                </a:solidFill>
              </a:rPr>
              <a:t>同じところ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257800" y="2395728"/>
            <a:ext cx="1993392" cy="0"/>
          </a:xfrm>
          <a:prstGeom prst="line">
            <a:avLst/>
          </a:prstGeom>
          <a:noFill/>
          <a:ln w="9525">
            <a:solidFill>
              <a:srgbClr val="D9CC99"/>
            </a:solidFill>
            <a:prstDash val="dash"/>
          </a:ln>
        </p:spPr>
      </p:sp>
      <p:sp>
        <p:nvSpPr>
          <p:cNvPr id="22" name="Text 17"/>
          <p:cNvSpPr txBox="1"/>
          <p:nvPr/>
        </p:nvSpPr>
        <p:spPr>
          <a:xfrm>
            <a:off x="5257800" y="2450592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55"/>
                </a:solidFill>
              </a:rPr>
              <a:t>ちがうところ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65760" y="3419856"/>
            <a:ext cx="1600200" cy="1865376"/>
          </a:xfrm>
          <a:prstGeom prst="roundRect">
            <a:avLst>
              <a:gd name="adj" fmla="val 4571"/>
            </a:avLst>
          </a:prstGeom>
          <a:solidFill>
            <a:srgbClr val="E4F0E2"/>
          </a:solidFill>
          <a:ln w="15875">
            <a:solidFill>
              <a:srgbClr val="3E7D3E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3584448"/>
            <a:ext cx="548640" cy="5486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02336" y="4197096"/>
            <a:ext cx="152704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22222"/>
                </a:solidFill>
              </a:rPr>
              <a:t>②武士に対しての</a:t>
            </a:r>
            <a:endParaRPr lang="en-US" sz="11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22222"/>
                </a:solidFill>
              </a:rPr>
              <a:t>取り組みや考え</a:t>
            </a:r>
            <a:endParaRPr lang="en-US" sz="11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3E7D3E"/>
                </a:solidFill>
              </a:rPr>
              <a:t>（軍事）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2020824" y="3419856"/>
            <a:ext cx="3108960" cy="1865376"/>
          </a:xfrm>
          <a:prstGeom prst="rect">
            <a:avLst/>
          </a:prstGeom>
          <a:solidFill>
            <a:srgbClr val="FFFFFF"/>
          </a:solidFill>
          <a:ln w="15875">
            <a:solidFill>
              <a:srgbClr val="3E7D3E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184648" y="3419856"/>
            <a:ext cx="2139696" cy="1865376"/>
          </a:xfrm>
          <a:prstGeom prst="rect">
            <a:avLst/>
          </a:prstGeom>
          <a:solidFill>
            <a:srgbClr val="FFFBEA"/>
          </a:solidFill>
          <a:ln w="15875">
            <a:solidFill>
              <a:srgbClr val="3E7D3E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379208" y="3419856"/>
            <a:ext cx="2944368" cy="1865376"/>
          </a:xfrm>
          <a:prstGeom prst="rect">
            <a:avLst/>
          </a:prstGeom>
          <a:solidFill>
            <a:srgbClr val="FFFFFF"/>
          </a:solidFill>
          <a:ln w="15875">
            <a:solidFill>
              <a:srgbClr val="3E7D3E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5257800" y="3474720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55"/>
                </a:solidFill>
              </a:rPr>
              <a:t>同じところ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5257800" y="4352544"/>
            <a:ext cx="1993392" cy="0"/>
          </a:xfrm>
          <a:prstGeom prst="line">
            <a:avLst/>
          </a:prstGeom>
          <a:noFill/>
          <a:ln w="9525">
            <a:solidFill>
              <a:srgbClr val="D9CC99"/>
            </a:solidFill>
            <a:prstDash val="dash"/>
          </a:ln>
        </p:spPr>
      </p:sp>
      <p:sp>
        <p:nvSpPr>
          <p:cNvPr id="31" name="Text 25"/>
          <p:cNvSpPr txBox="1"/>
          <p:nvPr/>
        </p:nvSpPr>
        <p:spPr>
          <a:xfrm>
            <a:off x="5257800" y="440740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55"/>
                </a:solidFill>
              </a:rPr>
              <a:t>ちがうところ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365760" y="5376672"/>
            <a:ext cx="1600200" cy="1865376"/>
          </a:xfrm>
          <a:prstGeom prst="roundRect">
            <a:avLst>
              <a:gd name="adj" fmla="val 4571"/>
            </a:avLst>
          </a:prstGeom>
          <a:solidFill>
            <a:srgbClr val="FBEBDD"/>
          </a:solidFill>
          <a:ln w="15875">
            <a:solidFill>
              <a:srgbClr val="C8641E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5541264"/>
            <a:ext cx="548640" cy="54864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402336" y="6153912"/>
            <a:ext cx="152704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22222"/>
                </a:solidFill>
              </a:rPr>
              <a:t>③農民に対しての</a:t>
            </a:r>
            <a:endParaRPr lang="en-US" sz="11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22222"/>
                </a:solidFill>
              </a:rPr>
              <a:t>取り組みや考え</a:t>
            </a:r>
            <a:endParaRPr lang="en-US" sz="11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C8641E"/>
                </a:solidFill>
              </a:rPr>
              <a:t>（民事）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2020824" y="5376672"/>
            <a:ext cx="3108960" cy="1865376"/>
          </a:xfrm>
          <a:prstGeom prst="rect">
            <a:avLst/>
          </a:prstGeom>
          <a:solidFill>
            <a:srgbClr val="FFFFFF"/>
          </a:solidFill>
          <a:ln w="15875">
            <a:solidFill>
              <a:srgbClr val="C8641E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5184648" y="5376672"/>
            <a:ext cx="2139696" cy="1865376"/>
          </a:xfrm>
          <a:prstGeom prst="rect">
            <a:avLst/>
          </a:prstGeom>
          <a:solidFill>
            <a:srgbClr val="FFFBEA"/>
          </a:solidFill>
          <a:ln w="15875">
            <a:solidFill>
              <a:srgbClr val="C8641E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7379208" y="5376672"/>
            <a:ext cx="2944368" cy="1865376"/>
          </a:xfrm>
          <a:prstGeom prst="rect">
            <a:avLst/>
          </a:prstGeom>
          <a:solidFill>
            <a:srgbClr val="FFFFFF"/>
          </a:solidFill>
          <a:ln w="15875">
            <a:solidFill>
              <a:srgbClr val="C8641E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257800" y="5431536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55"/>
                </a:solidFill>
              </a:rPr>
              <a:t>同じところ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5257800" y="6309360"/>
            <a:ext cx="1993392" cy="0"/>
          </a:xfrm>
          <a:prstGeom prst="line">
            <a:avLst/>
          </a:prstGeom>
          <a:noFill/>
          <a:ln w="9525">
            <a:solidFill>
              <a:srgbClr val="D9CC99"/>
            </a:solidFill>
            <a:prstDash val="dash"/>
          </a:ln>
        </p:spPr>
      </p:sp>
      <p:sp>
        <p:nvSpPr>
          <p:cNvPr id="40" name="Text 33"/>
          <p:cNvSpPr txBox="1"/>
          <p:nvPr/>
        </p:nvSpPr>
        <p:spPr>
          <a:xfrm>
            <a:off x="5257800" y="6364224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55"/>
                </a:solidFill>
              </a:rPr>
              <a:t>ちがうところ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01168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33333"/>
                </a:solidFill>
              </a:rPr>
              <a:t>戦国の世から天下統一へ　</a:t>
            </a:r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分析ワークシート（2／2）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309360" y="201168"/>
            <a:ext cx="4014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</a:rPr>
              <a:t>6年　　組　　番　名前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8001000" y="548640"/>
            <a:ext cx="2322576" cy="0"/>
          </a:xfrm>
          <a:prstGeom prst="line">
            <a:avLst/>
          </a:prstGeom>
          <a:noFill/>
          <a:ln w="9525">
            <a:solidFill>
              <a:srgbClr val="66666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20824" y="713232"/>
            <a:ext cx="3108960" cy="658368"/>
          </a:xfrm>
          <a:prstGeom prst="roundRect">
            <a:avLst>
              <a:gd name="adj" fmla="val 11111"/>
            </a:avLst>
          </a:prstGeom>
          <a:solidFill>
            <a:srgbClr val="E3EAF5"/>
          </a:solidFill>
          <a:ln w="15875">
            <a:solidFill>
              <a:srgbClr val="1F3A6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5144" y="786384"/>
            <a:ext cx="512064" cy="51206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889504" y="71323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F3A68"/>
                </a:solidFill>
              </a:rPr>
              <a:t>織田信長</a:t>
            </a:r>
            <a:endParaRPr lang="en-US" sz="2400" dirty="0"/>
          </a:p>
        </p:txBody>
      </p:sp>
      <p:sp>
        <p:nvSpPr>
          <p:cNvPr id="8" name="Shape 5"/>
          <p:cNvSpPr/>
          <p:nvPr/>
        </p:nvSpPr>
        <p:spPr>
          <a:xfrm>
            <a:off x="5184648" y="713232"/>
            <a:ext cx="2139696" cy="658368"/>
          </a:xfrm>
          <a:prstGeom prst="roundRect">
            <a:avLst>
              <a:gd name="adj" fmla="val 11111"/>
            </a:avLst>
          </a:prstGeom>
          <a:solidFill>
            <a:srgbClr val="FFF4CC"/>
          </a:solidFill>
          <a:ln w="15875">
            <a:solidFill>
              <a:srgbClr val="D9A40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184648" y="749808"/>
            <a:ext cx="21396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7A5A00"/>
                </a:solidFill>
              </a:rPr>
              <a:t>分析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5184648" y="1097280"/>
            <a:ext cx="21396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5A00"/>
                </a:solidFill>
              </a:rPr>
              <a:t>同じところ・ちがうところ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379208" y="713232"/>
            <a:ext cx="2944368" cy="658368"/>
          </a:xfrm>
          <a:prstGeom prst="roundRect">
            <a:avLst>
              <a:gd name="adj" fmla="val 11111"/>
            </a:avLst>
          </a:prstGeom>
          <a:solidFill>
            <a:srgbClr val="F8E3E8"/>
          </a:solidFill>
          <a:ln w="15875">
            <a:solidFill>
              <a:srgbClr val="9E1B3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3528" y="786384"/>
            <a:ext cx="512064" cy="51206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8247888" y="713232"/>
            <a:ext cx="19385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9E1B3A"/>
                </a:solidFill>
              </a:rPr>
              <a:t>豊臣秀吉</a:t>
            </a:r>
            <a:endParaRPr lang="en-US" sz="2400" dirty="0"/>
          </a:p>
        </p:txBody>
      </p:sp>
      <p:sp>
        <p:nvSpPr>
          <p:cNvPr id="14" name="Shape 10"/>
          <p:cNvSpPr/>
          <p:nvPr/>
        </p:nvSpPr>
        <p:spPr>
          <a:xfrm>
            <a:off x="365760" y="1463040"/>
            <a:ext cx="1600200" cy="1865376"/>
          </a:xfrm>
          <a:prstGeom prst="roundRect">
            <a:avLst>
              <a:gd name="adj" fmla="val 4571"/>
            </a:avLst>
          </a:prstGeom>
          <a:solidFill>
            <a:srgbClr val="ECE6F4"/>
          </a:solidFill>
          <a:ln w="15875">
            <a:solidFill>
              <a:srgbClr val="6E4FA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" y="1627632"/>
            <a:ext cx="548640" cy="5486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02336" y="2240280"/>
            <a:ext cx="152704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22222"/>
                </a:solidFill>
              </a:rPr>
              <a:t>④商人に対しての</a:t>
            </a:r>
            <a:endParaRPr lang="en-US" sz="11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22222"/>
                </a:solidFill>
              </a:rPr>
              <a:t>取り組みや考え</a:t>
            </a:r>
            <a:endParaRPr lang="en-US" sz="11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6E4FA0"/>
                </a:solidFill>
              </a:rPr>
              <a:t>（経済）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2020824" y="1463040"/>
            <a:ext cx="3108960" cy="1865376"/>
          </a:xfrm>
          <a:prstGeom prst="rect">
            <a:avLst/>
          </a:prstGeom>
          <a:solidFill>
            <a:srgbClr val="FFFFFF"/>
          </a:solidFill>
          <a:ln w="15875">
            <a:solidFill>
              <a:srgbClr val="6E4FA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5184648" y="1463040"/>
            <a:ext cx="2139696" cy="1865376"/>
          </a:xfrm>
          <a:prstGeom prst="rect">
            <a:avLst/>
          </a:prstGeom>
          <a:solidFill>
            <a:srgbClr val="FFFBEA"/>
          </a:solidFill>
          <a:ln w="15875">
            <a:solidFill>
              <a:srgbClr val="6E4FA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379208" y="1463040"/>
            <a:ext cx="2944368" cy="1865376"/>
          </a:xfrm>
          <a:prstGeom prst="rect">
            <a:avLst/>
          </a:prstGeom>
          <a:solidFill>
            <a:srgbClr val="FFFFFF"/>
          </a:solidFill>
          <a:ln w="15875">
            <a:solidFill>
              <a:srgbClr val="6E4FA0"/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5257800" y="1517904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55"/>
                </a:solidFill>
              </a:rPr>
              <a:t>同じところ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5257800" y="2395728"/>
            <a:ext cx="1993392" cy="0"/>
          </a:xfrm>
          <a:prstGeom prst="line">
            <a:avLst/>
          </a:prstGeom>
          <a:noFill/>
          <a:ln w="9525">
            <a:solidFill>
              <a:srgbClr val="D9CC99"/>
            </a:solidFill>
            <a:prstDash val="dash"/>
          </a:ln>
        </p:spPr>
      </p:sp>
      <p:sp>
        <p:nvSpPr>
          <p:cNvPr id="22" name="Text 17"/>
          <p:cNvSpPr txBox="1"/>
          <p:nvPr/>
        </p:nvSpPr>
        <p:spPr>
          <a:xfrm>
            <a:off x="5257800" y="2450592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55"/>
                </a:solidFill>
              </a:rPr>
              <a:t>ちがうところ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365760" y="3419856"/>
            <a:ext cx="1600200" cy="1865376"/>
          </a:xfrm>
          <a:prstGeom prst="roundRect">
            <a:avLst>
              <a:gd name="adj" fmla="val 4571"/>
            </a:avLst>
          </a:prstGeom>
          <a:solidFill>
            <a:srgbClr val="F6E3E1"/>
          </a:solidFill>
          <a:ln w="15875">
            <a:solidFill>
              <a:srgbClr val="A0362E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" y="3584448"/>
            <a:ext cx="548640" cy="548640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402336" y="4197096"/>
            <a:ext cx="152704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22222"/>
                </a:solidFill>
              </a:rPr>
              <a:t>⑤朝廷や幕府に</a:t>
            </a:r>
            <a:endParaRPr lang="en-US" sz="11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22222"/>
                </a:solidFill>
              </a:rPr>
              <a:t>対しての</a:t>
            </a:r>
            <a:endParaRPr lang="en-US" sz="11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222222"/>
                </a:solidFill>
              </a:rPr>
              <a:t>取り組みや考え</a:t>
            </a:r>
            <a:endParaRPr lang="en-US" sz="115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A0362E"/>
                </a:solidFill>
              </a:rPr>
              <a:t>（政治）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2020824" y="3419856"/>
            <a:ext cx="3108960" cy="1865376"/>
          </a:xfrm>
          <a:prstGeom prst="rect">
            <a:avLst/>
          </a:prstGeom>
          <a:solidFill>
            <a:srgbClr val="FFFFFF"/>
          </a:solidFill>
          <a:ln w="15875">
            <a:solidFill>
              <a:srgbClr val="A0362E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184648" y="3419856"/>
            <a:ext cx="2139696" cy="1865376"/>
          </a:xfrm>
          <a:prstGeom prst="rect">
            <a:avLst/>
          </a:prstGeom>
          <a:solidFill>
            <a:srgbClr val="FFFBEA"/>
          </a:solidFill>
          <a:ln w="15875">
            <a:solidFill>
              <a:srgbClr val="A0362E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7379208" y="3419856"/>
            <a:ext cx="2944368" cy="1865376"/>
          </a:xfrm>
          <a:prstGeom prst="rect">
            <a:avLst/>
          </a:prstGeom>
          <a:solidFill>
            <a:srgbClr val="FFFFFF"/>
          </a:solidFill>
          <a:ln w="15875">
            <a:solidFill>
              <a:srgbClr val="A0362E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5257800" y="3474720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55"/>
                </a:solidFill>
              </a:rPr>
              <a:t>同じところ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5257800" y="4352544"/>
            <a:ext cx="1993392" cy="0"/>
          </a:xfrm>
          <a:prstGeom prst="line">
            <a:avLst/>
          </a:prstGeom>
          <a:noFill/>
          <a:ln w="9525">
            <a:solidFill>
              <a:srgbClr val="D9CC99"/>
            </a:solidFill>
            <a:prstDash val="dash"/>
          </a:ln>
        </p:spPr>
      </p:sp>
      <p:sp>
        <p:nvSpPr>
          <p:cNvPr id="31" name="Text 25"/>
          <p:cNvSpPr txBox="1"/>
          <p:nvPr/>
        </p:nvSpPr>
        <p:spPr>
          <a:xfrm>
            <a:off x="5257800" y="4407408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55"/>
                </a:solidFill>
              </a:rPr>
              <a:t>ちがうところ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365760" y="5376672"/>
            <a:ext cx="1600200" cy="1865376"/>
          </a:xfrm>
          <a:prstGeom prst="roundRect">
            <a:avLst>
              <a:gd name="adj" fmla="val 4571"/>
            </a:avLst>
          </a:prstGeom>
          <a:solidFill>
            <a:srgbClr val="DFF0EF"/>
          </a:solidFill>
          <a:ln w="15875">
            <a:solidFill>
              <a:srgbClr val="237E7A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540" y="5541264"/>
            <a:ext cx="548640" cy="54864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402336" y="6153912"/>
            <a:ext cx="152704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222222"/>
                </a:solidFill>
              </a:rPr>
              <a:t>⑥その他</a:t>
            </a:r>
            <a:endParaRPr lang="en-US" sz="1600" dirty="0"/>
          </a:p>
        </p:txBody>
      </p:sp>
      <p:sp>
        <p:nvSpPr>
          <p:cNvPr id="35" name="Shape 28"/>
          <p:cNvSpPr/>
          <p:nvPr/>
        </p:nvSpPr>
        <p:spPr>
          <a:xfrm>
            <a:off x="2020824" y="5376672"/>
            <a:ext cx="3108960" cy="1865376"/>
          </a:xfrm>
          <a:prstGeom prst="rect">
            <a:avLst/>
          </a:prstGeom>
          <a:solidFill>
            <a:srgbClr val="FFFFFF"/>
          </a:solidFill>
          <a:ln w="15875">
            <a:solidFill>
              <a:srgbClr val="237E7A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5184648" y="5376672"/>
            <a:ext cx="2139696" cy="1865376"/>
          </a:xfrm>
          <a:prstGeom prst="rect">
            <a:avLst/>
          </a:prstGeom>
          <a:solidFill>
            <a:srgbClr val="FFFBEA"/>
          </a:solidFill>
          <a:ln w="15875">
            <a:solidFill>
              <a:srgbClr val="237E7A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7379208" y="5376672"/>
            <a:ext cx="2944368" cy="1865376"/>
          </a:xfrm>
          <a:prstGeom prst="rect">
            <a:avLst/>
          </a:prstGeom>
          <a:solidFill>
            <a:srgbClr val="FFFFFF"/>
          </a:solidFill>
          <a:ln w="15875">
            <a:solidFill>
              <a:srgbClr val="237E7A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257800" y="5431536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55"/>
                </a:solidFill>
              </a:rPr>
              <a:t>同じところ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5257800" y="6309360"/>
            <a:ext cx="1993392" cy="0"/>
          </a:xfrm>
          <a:prstGeom prst="line">
            <a:avLst/>
          </a:prstGeom>
          <a:noFill/>
          <a:ln w="9525">
            <a:solidFill>
              <a:srgbClr val="D9CC99"/>
            </a:solidFill>
            <a:prstDash val="dash"/>
          </a:ln>
        </p:spPr>
      </p:sp>
      <p:sp>
        <p:nvSpPr>
          <p:cNvPr id="40" name="Text 33"/>
          <p:cNvSpPr txBox="1"/>
          <p:nvPr/>
        </p:nvSpPr>
        <p:spPr>
          <a:xfrm>
            <a:off x="5257800" y="6364224"/>
            <a:ext cx="19933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A8A55"/>
                </a:solidFill>
              </a:rPr>
              <a:t>ちがうところ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IZ UDPゴシック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BIZ UDPゴシック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戦国の世から天下統一へ 分析ワークシート</dc:title>
  <dc:subject>PptxGenJS Presentation</dc:subject>
  <dc:creator>PptxGenJS</dc:creator>
  <cp:lastModifiedBy>PptxGenJS</cp:lastModifiedBy>
  <cp:revision>1</cp:revision>
  <dcterms:created xsi:type="dcterms:W3CDTF">2026-10-25T15:10:42Z</dcterms:created>
  <dcterms:modified xsi:type="dcterms:W3CDTF">2026-10-25T15:10:42Z</dcterms:modified>
</cp:coreProperties>
</file>